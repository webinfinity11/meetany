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0589" autoAdjust="0"/>
  </p:normalViewPr>
  <p:slideViewPr>
    <p:cSldViewPr snapToGrid="0">
      <p:cViewPr varScale="1">
        <p:scale>
          <a:sx n="97" d="100"/>
          <a:sy n="97" d="100"/>
        </p:scale>
        <p:origin x="4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7:55:11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943 69 24575,'-4'-4'0,"0"1"0,-1 0 0,1 0 0,-1 1 0,1-1 0,-1 1 0,0 0 0,0 0 0,0 1 0,-8-2 0,3 0 0,-35-8 0,0 2 0,-1 1 0,0 3 0,0 2 0,0 1 0,-1 3 0,1 2 0,0 2 0,-65 15 0,89-15 0,2 2 0,-1 0 0,1 1 0,0 1 0,0 1 0,-19 14 0,25-15 0,1 1 0,1 1 0,-1 0 0,2 1 0,0 1 0,0-1 0,1 2 0,-13 21 0,13-18 0,0 1 0,2 0 0,0 1 0,1-1 0,1 1 0,0 1 0,2-1 0,0 1 0,1 0 0,0 38 0,3-4 0,1 24 0,12 91 0,-9-144 0,0 0 0,2 0 0,1-1 0,1 0 0,2 0 0,0 0 0,22 37 0,-9-27 0,1-1 0,1-1 0,56 53 0,-60-66 0,2 0 0,0-2 0,1 0 0,1-1 0,0-2 0,36 15 0,32 3 0,128 27 0,-145-40 0,400 78 0,5-52 0,-445-46 0,-1-1 0,1-1 0,-1-2 0,0-2 0,44-14 0,-29 5 0,0-3 0,86-47 0,-123 59 0,-1-1 0,0 0 0,0-1 0,-1 0 0,14-15 0,-19 17 0,0 0 0,-1 0 0,1-1 0,-2 1 0,1-1 0,-1 0 0,-1-1 0,1 1 0,3-17 0,-2-1 0,-1 0 0,-1-1 0,0-36 0,-10-82 0,5 119 0,-1-3 0,-1-1 0,-2 1 0,-1 0 0,-1 1 0,-2-1 0,-1 2 0,-14-28 0,5 19 0,-1 0 0,-1 1 0,-2 1 0,-42-44 0,39 51 0,-2 1 0,-1 1 0,0 1 0,-2 2 0,-1 2 0,0 0 0,-47-18 0,-4 4 0,-172-42 0,121 46 0,-275-23 0,-139 42 0,416 17-1365,98-1-5461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7:55:12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24575,'3'0'0,"1"1"0,0 0 0,0 0 0,-1 0 0,1 0 0,0 1 0,-1-1 0,1 1 0,-1 0 0,0 0 0,5 4 0,11 6 0,634 342 0,-281-166 0,-244-125 0,-116-56 0,-17-7 0,-22-8 0,26 7 0,-58-18-1365,-7-3-5461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7:55:13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24575,'-2'0'0,"-2"3"0,0 9 0,1 18 0,1 9 0,1 4 0,0-3 0,1-10 0,0-20 0,0-20 0,0-17 0,0-15 0,0-1-8191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7:55:13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24575,'12'6'0,"27"4"0,38 10 0,15 1 0,10-2 0,-5-6 0,-12-4 0,-18-4 0,-15-2 0,-15-3-8191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7:59:3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24575,'3'0'0,"4"0"0,3 0 0,4 3 0,-2 1-8191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50DD9-A135-4CB3-BE84-8BBA0228B59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076E9-375F-4412-8AC1-B873E875C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076E9-375F-4412-8AC1-B873E875C4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12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2BC08-74CD-0B6F-E7CB-A28C3977B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F7D9F-9DF9-6A23-92FC-E6A321C37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F4830-2880-3E94-56D0-9BF79746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F14BE-217E-2152-1CAD-589183B92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C7F50-93D0-BB1D-8AFE-67DDBDBF0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1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2FEC-7F93-555F-7D4D-AD3F2BEF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D8F1-B3D9-FFB5-8634-5D64AECBF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F1CC8-F7D5-D491-F091-DD4909542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92A3E-9A0B-416B-1F97-58D4BD33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48B05-9B3A-6E99-3519-BD712884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4147-FF02-C8E0-4F72-EC939C9B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DD386-E6BE-491B-872A-246CE7265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10338-7EB2-0621-29C0-3DAB1187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0444D-A4E3-D61E-DC78-7F4F6146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192D7-DC33-3C93-1C96-A2B3874F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3ECC8-E6D2-D7D7-95BB-B60DC097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E3C7-5114-2E93-EABF-919603D12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66BD4-2573-67A4-1825-81DEABF3C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0C8F9-E426-A7C0-B981-9F6731CB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F74A7-E9A8-4CCE-9056-8AE459E9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DF124-0823-4314-1C82-FD49008F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3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F072-9EAB-C373-BD2F-8A5AF3E9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F4F5C-D7CD-84FD-C6CB-F2359F778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F2682-EC4B-8C97-A12B-571934DB0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D956A-C83A-F7CC-96AD-C68251F2D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7F120-3A70-AE32-111D-36E3CD7F4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72395-B638-9D85-14EC-97DC58E7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1BF14-879B-524A-9EC5-E2DA51AE9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C7B7A-6793-7B8C-77EF-7A0D38B7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8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AD9E-F1E3-7E51-7FEC-ED7E63A6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84615-3179-10EA-151B-F4062681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D5716-3B66-02F7-B114-74A344F4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DF5E6-50D2-DE37-649B-C2669A66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19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1A589-139A-640E-FB38-41C11085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2660F-C415-7D76-9572-FECD7B9A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8CDB-45A5-0337-79CD-E1E7B204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3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713C-5A15-4F8A-BD7E-079B52258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375A2-CAF7-5A24-71AD-549BBB148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21084-A14C-8622-CC85-1B49AFC80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46307-889E-54D9-41BF-B7AE2830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C482B-5403-8D42-BBBE-E19AEDF34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65F25-338D-82E4-6655-AFEC17F5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0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0D0F-D674-2BEC-AB96-42B03068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27DBA-1928-C114-DEF3-D76F78383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A33C6-15A9-0424-784C-2C6EC9ED8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1CA0E-F9B1-8EA8-43D8-AA584594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0710C-F00B-8D69-7EC0-616EDE14D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81407-159F-4FBE-F7FC-FE8F2299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4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A28D-B45F-D8AE-7AE7-DB9BC082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87B2C-6784-CF2C-CF12-E9103A9B7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B6E56-E613-10AD-48A7-CCEB59EA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19586-C662-074D-33D2-0F8F587C6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EF880-C4C7-71C2-5CC1-E607ACDF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862FF-D08E-528A-4D8B-703ACA441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5B73D-2A1B-CF0F-8633-62D16EAA2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65305-4753-23F3-512A-23A79146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B33A7-ACC9-F5C4-9A08-1236F3B2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2BD95-4B96-1E6C-2797-8D0C1A17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4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96AA1-1377-D49B-CED3-368B9887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B1456-2DE7-87A8-BE52-2FF62B0E1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F948-89DE-748F-7E69-CFAD3E1AD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A237C-DA2D-48FF-BD89-36080D85D69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001ED-F82D-0261-8A1B-C30B2B291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E5A29-7859-BDD0-6253-3B397AFA9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C2BB6-FF7A-4190-A969-8F02ADDBB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4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290E-8A70-6631-6E85-A006F58893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6A3E1-310A-2ADD-CBF2-791317FC8C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32813-54CF-7FC0-5A3C-149E38BD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-41958"/>
            <a:ext cx="8861597" cy="5537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A7EA93F-C2AC-FD2A-3B67-C51DD986862F}"/>
                  </a:ext>
                </a:extLst>
              </p14:cNvPr>
              <p14:cNvContentPartPr/>
              <p14:nvPr/>
            </p14:nvContentPartPr>
            <p14:xfrm>
              <a:off x="5912087" y="4484002"/>
              <a:ext cx="878400" cy="56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A7EA93F-C2AC-FD2A-3B67-C51DD98686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5967" y="4477882"/>
                <a:ext cx="890640" cy="57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22DDD07-61EB-31D7-0070-49CD523F29ED}"/>
              </a:ext>
            </a:extLst>
          </p:cNvPr>
          <p:cNvGrpSpPr/>
          <p:nvPr/>
        </p:nvGrpSpPr>
        <p:grpSpPr>
          <a:xfrm>
            <a:off x="6780767" y="4835542"/>
            <a:ext cx="456120" cy="330480"/>
            <a:chOff x="6780767" y="4835542"/>
            <a:chExt cx="45612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C359AA6-78DB-3782-90B3-69A0E953C115}"/>
                    </a:ext>
                  </a:extLst>
                </p14:cNvPr>
                <p14:cNvContentPartPr/>
                <p14:nvPr/>
              </p14:nvContentPartPr>
              <p14:xfrm>
                <a:off x="6793367" y="4933822"/>
                <a:ext cx="443520" cy="232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C359AA6-78DB-3782-90B3-69A0E953C1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87247" y="4927702"/>
                  <a:ext cx="455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CB2CCF-DA81-2412-06FB-3F6D38193CE8}"/>
                    </a:ext>
                  </a:extLst>
                </p14:cNvPr>
                <p14:cNvContentPartPr/>
                <p14:nvPr/>
              </p14:nvContentPartPr>
              <p14:xfrm>
                <a:off x="6780767" y="4952182"/>
                <a:ext cx="6840" cy="74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CB2CCF-DA81-2412-06FB-3F6D38193C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74647" y="4946062"/>
                  <a:ext cx="19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752B3BC-FEAE-8474-3A87-32F580857A66}"/>
                    </a:ext>
                  </a:extLst>
                </p14:cNvPr>
                <p14:cNvContentPartPr/>
                <p14:nvPr/>
              </p14:nvContentPartPr>
              <p14:xfrm>
                <a:off x="6781127" y="4835542"/>
                <a:ext cx="237600" cy="38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752B3BC-FEAE-8474-3A87-32F580857A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75007" y="4829422"/>
                  <a:ext cx="249840" cy="50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1E7D7A6-B8BB-E555-275F-1B6DB497D132}"/>
              </a:ext>
            </a:extLst>
          </p:cNvPr>
          <p:cNvSpPr txBox="1"/>
          <p:nvPr/>
        </p:nvSpPr>
        <p:spPr>
          <a:xfrm>
            <a:off x="1752600" y="5835650"/>
            <a:ext cx="389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/>
              <a:t>დაპოსტვის ღილაკი ზემოთ არის ასაწევი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D02CE3-B928-114D-78F9-F505385F7602}"/>
              </a:ext>
            </a:extLst>
          </p:cNvPr>
          <p:cNvSpPr txBox="1"/>
          <p:nvPr/>
        </p:nvSpPr>
        <p:spPr>
          <a:xfrm>
            <a:off x="6165850" y="5495242"/>
            <a:ext cx="389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/>
              <a:t>განთავსების შემგომ არ ჩანს ახალ განაცხადებებში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AB535-538A-36D7-E203-E4754506438A}"/>
              </a:ext>
            </a:extLst>
          </p:cNvPr>
          <p:cNvSpPr txBox="1"/>
          <p:nvPr/>
        </p:nvSpPr>
        <p:spPr>
          <a:xfrm>
            <a:off x="9734550" y="1549400"/>
            <a:ext cx="2501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/>
              <a:t>იუზერის ინტერფეისი: მოთხოვნის განთავსება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96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3C4418-3464-5CE9-F1F1-D8A0F0868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5" y="50924"/>
            <a:ext cx="6027385" cy="66310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546BD0-B3A6-247E-916E-673905EC15E7}"/>
                  </a:ext>
                </a:extLst>
              </p14:cNvPr>
              <p14:cNvContentPartPr/>
              <p14:nvPr/>
            </p14:nvContentPartPr>
            <p14:xfrm>
              <a:off x="4651727" y="3982702"/>
              <a:ext cx="16920" cy="2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546BD0-B3A6-247E-916E-673905EC15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5607" y="3976582"/>
                <a:ext cx="29160" cy="151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3E63DC0-8696-7FBF-0C62-1E86BFC129B8}"/>
              </a:ext>
            </a:extLst>
          </p:cNvPr>
          <p:cNvSpPr txBox="1"/>
          <p:nvPr/>
        </p:nvSpPr>
        <p:spPr>
          <a:xfrm>
            <a:off x="7207250" y="958850"/>
            <a:ext cx="3117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Opportunity </a:t>
            </a:r>
            <a:r>
              <a:rPr lang="ka-GE" dirty="0"/>
              <a:t>ს გახსნისას არ ჩანს შეთავაზების გაკეთების ღილაკი, იუზერი ახალი მოთხოვნის განთავსების ღილაკს ხედავს მხოლოდ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25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4CECAF-39E8-8ACF-9002-623832A1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57" y="342538"/>
            <a:ext cx="5096586" cy="5182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8977DC-9E3A-6586-437E-38E14BEC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96" y="-82550"/>
            <a:ext cx="7260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13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DD8E5-6080-4A4C-0284-5AF48C43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41" y="-292100"/>
            <a:ext cx="479601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EEC868-D265-AF21-0A8F-C52782854FB1}"/>
              </a:ext>
            </a:extLst>
          </p:cNvPr>
          <p:cNvSpPr txBox="1"/>
          <p:nvPr/>
        </p:nvSpPr>
        <p:spPr>
          <a:xfrm>
            <a:off x="6280150" y="1549400"/>
            <a:ext cx="235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/>
              <a:t>დარგი ბევრჯერ მეორდება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1B2D6-875F-EAAC-65E1-619822EB3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768" y="2429323"/>
            <a:ext cx="6972464" cy="3247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B2EA66-FDC4-C0C1-C628-4230F0358637}"/>
              </a:ext>
            </a:extLst>
          </p:cNvPr>
          <p:cNvSpPr txBox="1"/>
          <p:nvPr/>
        </p:nvSpPr>
        <p:spPr>
          <a:xfrm>
            <a:off x="6629400" y="5798234"/>
            <a:ext cx="493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/>
              <a:t>შედარებით მარტივი ინტერფეისი სერტიფიკატებისთვის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98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A3B35-C5C5-670C-CB32-147F13E8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6" y="0"/>
            <a:ext cx="747248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83807E-6504-6790-CA4B-EED30050F2E2}"/>
              </a:ext>
            </a:extLst>
          </p:cNvPr>
          <p:cNvSpPr txBox="1"/>
          <p:nvPr/>
        </p:nvSpPr>
        <p:spPr>
          <a:xfrm>
            <a:off x="7889144" y="355600"/>
            <a:ext cx="32297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Excel </a:t>
            </a:r>
            <a:r>
              <a:rPr lang="ka-GE" dirty="0"/>
              <a:t>შაბლონის ატვირთვა პროდუქციისთვის</a:t>
            </a:r>
          </a:p>
          <a:p>
            <a:endParaRPr lang="ka-GE" dirty="0"/>
          </a:p>
          <a:p>
            <a:r>
              <a:rPr lang="en-US" dirty="0"/>
              <a:t>Rs.ge </a:t>
            </a:r>
            <a:r>
              <a:rPr lang="ka-GE" dirty="0"/>
              <a:t>მოდელი</a:t>
            </a:r>
          </a:p>
          <a:p>
            <a:r>
              <a:rPr lang="ka-GE" dirty="0"/>
              <a:t>კოდი, დასახელება, ერთეულის ზომა: კგ, ცალი, მეტრი, ა.შ ერთეულის ფასი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76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3CDE32-EA4C-2C9A-BC98-B1190F032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8" y="101600"/>
            <a:ext cx="854166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3BF3DC-99B9-6554-744C-5FDC2B211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760" y="0"/>
            <a:ext cx="724557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B846283-38A8-151A-97F9-C471CE2356A9}"/>
              </a:ext>
            </a:extLst>
          </p:cNvPr>
          <p:cNvSpPr/>
          <p:nvPr/>
        </p:nvSpPr>
        <p:spPr>
          <a:xfrm>
            <a:off x="452430" y="5375036"/>
            <a:ext cx="54418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a-GE" sz="1200" b="1" dirty="0">
                <a:ln/>
                <a:solidFill>
                  <a:schemeClr val="accent3"/>
                </a:solidFill>
              </a:rPr>
              <a:t>პროდუქციის ჩამონათვალის ლიმიტი 12 დასახელება (100 დასახელება რომ იყოს), ასევე შემდეგ ეტაპზე გადასვლა აქედან ჩერდება</a:t>
            </a:r>
            <a:endParaRPr lang="en-US" sz="12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79701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</Words>
  <Application>Microsoft Office PowerPoint</Application>
  <PresentationFormat>Widescreen</PresentationFormat>
  <Paragraphs>12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Irakli Khinikadze</dc:creator>
  <cp:lastModifiedBy>Irakli Khinikadze</cp:lastModifiedBy>
  <cp:revision>2</cp:revision>
  <dcterms:created xsi:type="dcterms:W3CDTF">2026-10-13T08:12:33Z</dcterms:created>
  <dcterms:modified xsi:type="dcterms:W3CDTF">2026-10-13T11:19:08Z</dcterms:modified>
</cp:coreProperties>
</file>